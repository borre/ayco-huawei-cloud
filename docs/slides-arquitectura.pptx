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AYCO — Arquitectura General Huawei Cloud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Casos de Uso sobre Infraestructura Unificada  |  la-north-2 (México)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" y="9144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INGESTA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1645920" y="868680"/>
            <a:ext cx="1188720" cy="502920"/>
          </a:xfrm>
          <a:prstGeom prst="rect">
            <a:avLst>
              <a:gd name="adj" fmla="val 9091"/>
            </a:avLst>
          </a:prstGeom>
          <a:solidFill>
            <a:srgbClr val="1E5F74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645920" y="868680"/>
            <a:ext cx="1188720" cy="27660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DataArts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645920" y="1130198"/>
            <a:ext cx="118872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 + Calidad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2880360" y="97840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246120" y="868680"/>
            <a:ext cx="1188720" cy="502920"/>
          </a:xfrm>
          <a:prstGeom prst="rect">
            <a:avLst>
              <a:gd name="adj" fmla="val 9091"/>
            </a:avLst>
          </a:prstGeom>
          <a:solidFill>
            <a:srgbClr val="1E5F74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246120" y="868680"/>
            <a:ext cx="1188720" cy="27660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246120" y="1130198"/>
            <a:ext cx="118872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Lake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4480560" y="97840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846320" y="868680"/>
            <a:ext cx="1005840" cy="502920"/>
          </a:xfrm>
          <a:prstGeom prst="rect">
            <a:avLst>
              <a:gd name="adj" fmla="val 9091"/>
            </a:avLst>
          </a:prstGeom>
          <a:solidFill>
            <a:srgbClr val="1E5F74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846320" y="868680"/>
            <a:ext cx="1005840" cy="27660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846320" y="1130198"/>
            <a:ext cx="100584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6583680" y="868680"/>
            <a:ext cx="1005840" cy="502920"/>
          </a:xfrm>
          <a:prstGeom prst="rect">
            <a:avLst>
              <a:gd name="adj" fmla="val 9091"/>
            </a:avLst>
          </a:prstGeom>
          <a:solidFill>
            <a:srgbClr val="1E5F74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583680" y="868680"/>
            <a:ext cx="1005840" cy="27660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583680" y="1130198"/>
            <a:ext cx="100584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7635240" y="97840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8001000" y="868680"/>
            <a:ext cx="914400" cy="502920"/>
          </a:xfrm>
          <a:prstGeom prst="rect">
            <a:avLst>
              <a:gd name="adj" fmla="val 9091"/>
            </a:avLst>
          </a:prstGeom>
          <a:solidFill>
            <a:srgbClr val="1E5F74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8001000" y="868680"/>
            <a:ext cx="914400" cy="27660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001000" y="1130198"/>
            <a:ext cx="91440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Serverless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274320" y="16002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PROCESA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1645920" y="1554480"/>
            <a:ext cx="1371600" cy="502920"/>
          </a:xfrm>
          <a:prstGeom prst="rect">
            <a:avLst>
              <a:gd name="adj" fmla="val 9091"/>
            </a:avLst>
          </a:prstGeom>
          <a:solidFill>
            <a:srgbClr val="8B2252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1645920" y="1554480"/>
            <a:ext cx="1371600" cy="27660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DLI Spark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645920" y="1815998"/>
            <a:ext cx="137160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+ Anomaly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3063240" y="166420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3429000" y="1554480"/>
            <a:ext cx="1371600" cy="502920"/>
          </a:xfrm>
          <a:prstGeom prst="rect">
            <a:avLst>
              <a:gd name="adj" fmla="val 9091"/>
            </a:avLst>
          </a:prstGeom>
          <a:solidFill>
            <a:srgbClr val="8B2252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3429000" y="1554480"/>
            <a:ext cx="1371600" cy="27660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DLI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429000" y="1815998"/>
            <a:ext cx="137160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Serverless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6217920" y="1554480"/>
            <a:ext cx="1371600" cy="502920"/>
          </a:xfrm>
          <a:prstGeom prst="rect">
            <a:avLst>
              <a:gd name="adj" fmla="val 9091"/>
            </a:avLst>
          </a:prstGeom>
          <a:solidFill>
            <a:srgbClr val="0D4D4D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6217920" y="1554480"/>
            <a:ext cx="1371600" cy="27660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MaaS / DeepSeek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217920" y="1815998"/>
            <a:ext cx="137160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Inference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7635240" y="166420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8001000" y="1554480"/>
            <a:ext cx="914400" cy="502920"/>
          </a:xfrm>
          <a:prstGeom prst="rect">
            <a:avLst>
              <a:gd name="adj" fmla="val 9091"/>
            </a:avLst>
          </a:prstGeom>
          <a:solidFill>
            <a:srgbClr val="8B2252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8001000" y="1554480"/>
            <a:ext cx="914400" cy="27660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8001000" y="1815998"/>
            <a:ext cx="91440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Vectors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274320" y="22860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1645920" y="2240280"/>
            <a:ext cx="1371600" cy="502920"/>
          </a:xfrm>
          <a:prstGeom prst="rect">
            <a:avLst>
              <a:gd name="adj" fmla="val 9091"/>
            </a:avLst>
          </a:prstGeom>
          <a:solidFill>
            <a:srgbClr val="7B3F00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1645920" y="2240280"/>
            <a:ext cx="1371600" cy="27660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DWS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645920" y="2501798"/>
            <a:ext cx="137160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Warehouse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3063240" y="235000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3429000" y="2240280"/>
            <a:ext cx="1371600" cy="502920"/>
          </a:xfrm>
          <a:prstGeom prst="rect">
            <a:avLst>
              <a:gd name="adj" fmla="val 9091"/>
            </a:avLst>
          </a:prstGeom>
          <a:solidFill>
            <a:srgbClr val="7B3F00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3429000" y="2240280"/>
            <a:ext cx="1371600" cy="27660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DataArts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3429000" y="2501798"/>
            <a:ext cx="137160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6217920" y="2240280"/>
            <a:ext cx="1371600" cy="502920"/>
          </a:xfrm>
          <a:prstGeom prst="rect">
            <a:avLst>
              <a:gd name="adj" fmla="val 9091"/>
            </a:avLst>
          </a:prstGeom>
          <a:solidFill>
            <a:srgbClr val="0D4D4D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6217920" y="2240280"/>
            <a:ext cx="1371600" cy="27660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Dify Platform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217920" y="2501798"/>
            <a:ext cx="137160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Chatbot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7635240" y="235000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8001000" y="2240280"/>
            <a:ext cx="914400" cy="502920"/>
          </a:xfrm>
          <a:prstGeom prst="rect">
            <a:avLst>
              <a:gd name="adj" fmla="val 9091"/>
            </a:avLst>
          </a:prstGeom>
          <a:solidFill>
            <a:srgbClr val="7B3F00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8001000" y="2240280"/>
            <a:ext cx="914400" cy="27660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KB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8001000" y="2501798"/>
            <a:ext cx="91440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274320" y="29718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</a:t>
            </a:r>
            <a:endParaRPr lang="en-US" sz="700" dirty="0"/>
          </a:p>
        </p:txBody>
      </p:sp>
      <p:sp>
        <p:nvSpPr>
          <p:cNvPr id="54" name="Shape 52"/>
          <p:cNvSpPr/>
          <p:nvPr/>
        </p:nvSpPr>
        <p:spPr>
          <a:xfrm>
            <a:off x="1645920" y="2926080"/>
            <a:ext cx="2560320" cy="457200"/>
          </a:xfrm>
          <a:prstGeom prst="rect">
            <a:avLst>
              <a:gd name="adj" fmla="val 10000"/>
            </a:avLst>
          </a:prstGeom>
          <a:solidFill>
            <a:srgbClr val="62B230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55" name="Text 53"/>
          <p:cNvSpPr/>
          <p:nvPr/>
        </p:nvSpPr>
        <p:spPr>
          <a:xfrm>
            <a:off x="1645920" y="2926080"/>
            <a:ext cx="256032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 Ejecutivos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1645920" y="3163824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· Exposición · Contratos · CNBV</a:t>
            </a:r>
            <a:endParaRPr lang="en-US" sz="700" dirty="0"/>
          </a:p>
        </p:txBody>
      </p:sp>
      <p:sp>
        <p:nvSpPr>
          <p:cNvPr id="57" name="Shape 55"/>
          <p:cNvSpPr/>
          <p:nvPr/>
        </p:nvSpPr>
        <p:spPr>
          <a:xfrm>
            <a:off x="6217920" y="2926080"/>
            <a:ext cx="2560320" cy="457200"/>
          </a:xfrm>
          <a:prstGeom prst="rect">
            <a:avLst>
              <a:gd name="adj" fmla="val 10000"/>
            </a:avLst>
          </a:prstGeom>
          <a:solidFill>
            <a:srgbClr val="30B5C5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58" name="Text 56"/>
          <p:cNvSpPr/>
          <p:nvPr/>
        </p:nvSpPr>
        <p:spPr>
          <a:xfrm>
            <a:off x="6217920" y="2926080"/>
            <a:ext cx="256032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Chatbot Financiero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6217920" y="3163824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Q&amp;A sobre contratos en lenguaje natural</a:t>
            </a:r>
            <a:endParaRPr lang="en-US" sz="700" dirty="0"/>
          </a:p>
        </p:txBody>
      </p:sp>
      <p:sp>
        <p:nvSpPr>
          <p:cNvPr id="60" name="Shape 58"/>
          <p:cNvSpPr/>
          <p:nvPr/>
        </p:nvSpPr>
        <p:spPr>
          <a:xfrm>
            <a:off x="457200" y="3566160"/>
            <a:ext cx="8229600" cy="411480"/>
          </a:xfrm>
          <a:prstGeom prst="rect">
            <a:avLst>
              <a:gd name="adj" fmla="val 6667"/>
            </a:avLst>
          </a:prstGeom>
          <a:solidFill>
            <a:srgbClr val="5A1A1A"/>
          </a:solidFill>
          <a:ln/>
        </p:spPr>
        <p:txBody>
          <a:bodyPr/>
          <a:p/>
        </p:txBody>
      </p:sp>
      <p:sp>
        <p:nvSpPr>
          <p:cNvPr id="61" name="Text 59"/>
          <p:cNvSpPr/>
          <p:nvPr/>
        </p:nvSpPr>
        <p:spPr>
          <a:xfrm>
            <a:off x="548640" y="356616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D6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</a:t>
            </a:r>
            <a:endParaRPr lang="en-US" sz="800" dirty="0"/>
          </a:p>
        </p:txBody>
      </p:sp>
      <p:sp>
        <p:nvSpPr>
          <p:cNvPr id="62" name="Text 60"/>
          <p:cNvSpPr/>
          <p:nvPr/>
        </p:nvSpPr>
        <p:spPr>
          <a:xfrm>
            <a:off x="2011680" y="35661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Groups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3291840" y="35661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 Isolation</a:t>
            </a:r>
            <a:endParaRPr lang="en-US" sz="700" dirty="0"/>
          </a:p>
        </p:txBody>
      </p:sp>
      <p:sp>
        <p:nvSpPr>
          <p:cNvPr id="64" name="Text 62"/>
          <p:cNvSpPr/>
          <p:nvPr/>
        </p:nvSpPr>
        <p:spPr>
          <a:xfrm>
            <a:off x="4572000" y="35661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 Roles</a:t>
            </a:r>
            <a:endParaRPr lang="en-US" sz="700" dirty="0"/>
          </a:p>
        </p:txBody>
      </p:sp>
      <p:sp>
        <p:nvSpPr>
          <p:cNvPr id="65" name="Text 63"/>
          <p:cNvSpPr/>
          <p:nvPr/>
        </p:nvSpPr>
        <p:spPr>
          <a:xfrm>
            <a:off x="5852160" y="35661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KMS (Cifrado)</a:t>
            </a:r>
            <a:endParaRPr lang="en-US" sz="700" dirty="0"/>
          </a:p>
        </p:txBody>
      </p:sp>
      <p:sp>
        <p:nvSpPr>
          <p:cNvPr id="66" name="Text 64"/>
          <p:cNvSpPr/>
          <p:nvPr/>
        </p:nvSpPr>
        <p:spPr>
          <a:xfrm>
            <a:off x="7132320" y="35661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Controles CNBV</a:t>
            </a:r>
            <a:endParaRPr lang="en-US" sz="700" dirty="0"/>
          </a:p>
        </p:txBody>
      </p:sp>
      <p:sp>
        <p:nvSpPr>
          <p:cNvPr id="67" name="Text 65"/>
          <p:cNvSpPr/>
          <p:nvPr/>
        </p:nvSpPr>
        <p:spPr>
          <a:xfrm>
            <a:off x="457200" y="7132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Fuentes: ERP · Buró de Crédito · SFTP · APIs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1645920" y="416052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700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1: Risk Scoring Financiero</a:t>
            </a:r>
            <a:endParaRPr lang="en-US" sz="800" dirty="0"/>
          </a:p>
        </p:txBody>
      </p:sp>
      <p:sp>
        <p:nvSpPr>
          <p:cNvPr id="69" name="Text 67"/>
          <p:cNvSpPr/>
          <p:nvPr/>
        </p:nvSpPr>
        <p:spPr>
          <a:xfrm>
            <a:off x="1645920" y="4361688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→ risk → alerts</a:t>
            </a:r>
            <a:endParaRPr lang="en-US" sz="700" dirty="0"/>
          </a:p>
        </p:txBody>
      </p:sp>
      <p:sp>
        <p:nvSpPr>
          <p:cNvPr id="70" name="Text 68"/>
          <p:cNvSpPr/>
          <p:nvPr/>
        </p:nvSpPr>
        <p:spPr>
          <a:xfrm>
            <a:off x="4297680" y="416052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700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2: Plataforma de Datos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4297680" y="4361688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multi-source → DWS → reports</a:t>
            </a:r>
            <a:endParaRPr lang="en-US" sz="700" dirty="0"/>
          </a:p>
        </p:txBody>
      </p:sp>
      <p:sp>
        <p:nvSpPr>
          <p:cNvPr id="72" name="Text 70"/>
          <p:cNvSpPr/>
          <p:nvPr/>
        </p:nvSpPr>
        <p:spPr>
          <a:xfrm>
            <a:off x="6858000" y="416052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700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3: Contract AI + Dify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6858000" y="4361688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→ DeepSeek → chatbot</a:t>
            </a:r>
            <a:endParaRPr lang="en-US" sz="700" dirty="0"/>
          </a:p>
        </p:txBody>
      </p:sp>
      <p:sp>
        <p:nvSpPr>
          <p:cNvPr id="74" name="Text 72"/>
          <p:cNvSpPr/>
          <p:nvPr/>
        </p:nvSpPr>
        <p:spPr>
          <a:xfrm>
            <a:off x="457200" y="48463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Huawei Cloud × Salinas  |  Mayo 8, 2026  |  México Century Plaza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Pipeline: Risk Scoring Financiero + Plataforma de Datos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2 semanas de análisis manual → 8 minutos automáticos con alertas CNBV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1463040" cy="731520"/>
          </a:xfrm>
          <a:prstGeom prst="rect">
            <a:avLst>
              <a:gd name="adj" fmla="val 6250"/>
            </a:avLst>
          </a:prstGeom>
          <a:solidFill>
            <a:srgbClr val="1E5F74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57200" y="146304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Buró de Crédito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SFTP · APIs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965960" y="169164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148840" y="1463040"/>
            <a:ext cx="1645920" cy="731520"/>
          </a:xfrm>
          <a:prstGeom prst="rect">
            <a:avLst>
              <a:gd name="adj" fmla="val 6250"/>
            </a:avLst>
          </a:prstGeom>
          <a:solidFill>
            <a:srgbClr val="1E5F74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148840" y="146304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DataArts Studio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 + Validación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 de Datos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840480" y="169164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023360" y="1463040"/>
            <a:ext cx="1188720" cy="731520"/>
          </a:xfrm>
          <a:prstGeom prst="rect">
            <a:avLst>
              <a:gd name="adj" fmla="val 6250"/>
            </a:avLst>
          </a:prstGeom>
          <a:solidFill>
            <a:srgbClr val="1E5F74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023360" y="1463040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Data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Parquet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257800" y="169164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5440680" y="1463040"/>
            <a:ext cx="1645920" cy="731520"/>
          </a:xfrm>
          <a:prstGeom prst="rect">
            <a:avLst>
              <a:gd name="adj" fmla="val 6250"/>
            </a:avLst>
          </a:prstGeom>
          <a:solidFill>
            <a:srgbClr val="8B2252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440680" y="146304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DLI Spark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Scoring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132320" y="169164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7315200" y="1463040"/>
            <a:ext cx="1645920" cy="731520"/>
          </a:xfrm>
          <a:prstGeom prst="rect">
            <a:avLst>
              <a:gd name="adj" fmla="val 6250"/>
            </a:avLst>
          </a:prstGeom>
          <a:solidFill>
            <a:srgbClr val="7B3F00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7315200" y="146304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DWS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ODS → DW → DM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Estrella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2514600"/>
            <a:ext cx="2560320" cy="640080"/>
          </a:xfrm>
          <a:prstGeom prst="rect">
            <a:avLst>
              <a:gd name="adj" fmla="val 5714"/>
            </a:avLst>
          </a:prstGeom>
          <a:solidFill>
            <a:srgbClr val="62B230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457200" y="25146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Dashboard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27889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2,300 vendors · 4 niveles · Alertas SAR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3291840" y="2514600"/>
            <a:ext cx="2560320" cy="640080"/>
          </a:xfrm>
          <a:prstGeom prst="rect">
            <a:avLst>
              <a:gd name="adj" fmla="val 5714"/>
            </a:avLst>
          </a:prstGeom>
          <a:solidFill>
            <a:srgbClr val="30B5C5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3291840" y="25146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Exposure Report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291840" y="27889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sector · Por región · Por monto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6126480" y="2514600"/>
            <a:ext cx="2560320" cy="640080"/>
          </a:xfrm>
          <a:prstGeom prst="rect">
            <a:avLst>
              <a:gd name="adj" fmla="val 5714"/>
            </a:avLst>
          </a:prstGeom>
          <a:solidFill>
            <a:srgbClr val="ED6D00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6126480" y="25146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Controles CNBV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126480" y="27889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Transacciones · KYC · AML · SPEI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685800" y="34747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700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2,300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685800" y="37947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vendors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scored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2240280" y="34747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700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min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2240280" y="37947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semanas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794760" y="34747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700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niveles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3794760" y="37947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Bajo · Medio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 · Crítico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5349240" y="34747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700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SAR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5349240" y="37947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automáticas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903720" y="34747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700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6903720" y="37947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demos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integrados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457200" y="4434840"/>
            <a:ext cx="8229600" cy="274320"/>
          </a:xfrm>
          <a:prstGeom prst="rect">
            <a:avLst>
              <a:gd name="adj" fmla="val 10000"/>
            </a:avLst>
          </a:prstGeom>
          <a:solidFill>
            <a:srgbClr val="5A1A1A"/>
          </a:solidFill>
          <a:ln/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Groups · IAM · KMS · OBS Encryption  |  Controles alineados a CNBV/Banxico (AML/KYC)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457200" y="48463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Huawei Cloud × Salinas  |  Mayo 8, 2026  |  México Century Plaza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Pipeline: Contract AI + Dify Chatbot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revisión manual de contratos → chatbot AI que responde en segundos sobre todo tu portafolio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188720" cy="594360"/>
          </a:xfrm>
          <a:prstGeom prst="rect">
            <a:avLst>
              <a:gd name="adj" fmla="val 7692"/>
            </a:avLst>
          </a:prstGeom>
          <a:solidFill>
            <a:srgbClr val="1E5F74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57200" y="118872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PDF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Contratos → OBS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691640" y="1353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828800" y="1188720"/>
            <a:ext cx="1188720" cy="594360"/>
          </a:xfrm>
          <a:prstGeom prst="rect">
            <a:avLst>
              <a:gd name="adj" fmla="val 7692"/>
            </a:avLst>
          </a:prstGeom>
          <a:solidFill>
            <a:srgbClr val="1E5F74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118872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Service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Huawei Cloud OCR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63240" y="1353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200400" y="1188720"/>
            <a:ext cx="914400" cy="594360"/>
          </a:xfrm>
          <a:prstGeom prst="rect">
            <a:avLst>
              <a:gd name="adj" fmla="val 7692"/>
            </a:avLst>
          </a:prstGeom>
          <a:solidFill>
            <a:srgbClr val="2D2D44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200400" y="1188720"/>
            <a:ext cx="914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160520" y="1353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389120" y="1188720"/>
            <a:ext cx="1188720" cy="594360"/>
          </a:xfrm>
          <a:prstGeom prst="rect">
            <a:avLst>
              <a:gd name="adj" fmla="val 7692"/>
            </a:avLst>
          </a:prstGeom>
          <a:solidFill>
            <a:srgbClr val="8B2252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389120" y="118872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 Func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Normalización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623560" y="1353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5760720" y="1188720"/>
            <a:ext cx="1371600" cy="594360"/>
          </a:xfrm>
          <a:prstGeom prst="rect">
            <a:avLst>
              <a:gd name="adj" fmla="val 7692"/>
            </a:avLst>
          </a:prstGeom>
          <a:solidFill>
            <a:srgbClr val="0D4D4D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760720" y="118872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Summary + Class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178040" y="1353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7589520" y="1188720"/>
            <a:ext cx="1097280" cy="594360"/>
          </a:xfrm>
          <a:prstGeom prst="rect">
            <a:avLst>
              <a:gd name="adj" fmla="val 7692"/>
            </a:avLst>
          </a:prstGeom>
          <a:solidFill>
            <a:srgbClr val="7B3F00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589520" y="118872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DWS + OBS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355080" y="1828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0B5C5"/>
                </a:solidFill>
              </a:rPr>
              <a:t>▼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743200" y="2286000"/>
            <a:ext cx="1463040" cy="594360"/>
          </a:xfrm>
          <a:prstGeom prst="rect">
            <a:avLst>
              <a:gd name="adj" fmla="val 7692"/>
            </a:avLst>
          </a:prstGeom>
          <a:solidFill>
            <a:srgbClr val="0D4D4D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2743200" y="228600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+ KB Vectorial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251960" y="24505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572000" y="2286000"/>
            <a:ext cx="1645920" cy="594360"/>
          </a:xfrm>
          <a:prstGeom prst="rect">
            <a:avLst>
              <a:gd name="adj" fmla="val 7692"/>
            </a:avLst>
          </a:prstGeom>
          <a:solidFill>
            <a:srgbClr val="0D4D4D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4572000" y="228600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Dify Platform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+ RAG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263640" y="24505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675120" y="2286000"/>
            <a:ext cx="2011680" cy="594360"/>
          </a:xfrm>
          <a:prstGeom prst="rect">
            <a:avLst>
              <a:gd name="adj" fmla="val 7692"/>
            </a:avLst>
          </a:prstGeom>
          <a:solidFill>
            <a:srgbClr val="62B230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6675120" y="2286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Q&amp;A Chatbot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675120" y="25603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F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"¿Qué contratos tienen penalización?"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CCF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"¿Exposición total en CDMX?"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0" y="3200400"/>
            <a:ext cx="1463040" cy="777240"/>
          </a:xfrm>
          <a:prstGeom prst="rect">
            <a:avLst>
              <a:gd name="adj" fmla="val 4706"/>
            </a:avLst>
          </a:prstGeom>
          <a:solidFill>
            <a:srgbClr val="111122"/>
          </a:solidFill>
          <a:ln w="6350">
            <a:solidFill>
              <a:srgbClr val="2D2D44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731520" y="32004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0B5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Summary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731520" y="34747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ejecutivo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3 párrafos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0" y="3200400"/>
            <a:ext cx="1463040" cy="777240"/>
          </a:xfrm>
          <a:prstGeom prst="rect">
            <a:avLst>
              <a:gd name="adj" fmla="val 4706"/>
            </a:avLst>
          </a:prstGeom>
          <a:solidFill>
            <a:srgbClr val="111122"/>
          </a:solidFill>
          <a:ln w="6350">
            <a:solidFill>
              <a:srgbClr val="2D2D44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2286000" y="32004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0B5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2286000" y="34747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Partes, montos,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vigencia, jurisdicción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3840480" y="3200400"/>
            <a:ext cx="1463040" cy="777240"/>
          </a:xfrm>
          <a:prstGeom prst="rect">
            <a:avLst>
              <a:gd name="adj" fmla="val 4706"/>
            </a:avLst>
          </a:prstGeom>
          <a:solidFill>
            <a:srgbClr val="111122"/>
          </a:solidFill>
          <a:ln w="6350">
            <a:solidFill>
              <a:srgbClr val="2D2D44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3840480" y="32004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0B5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Clauses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3840480" y="34747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cláusulas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riesgosas + severidad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5394960" y="3200400"/>
            <a:ext cx="1463040" cy="777240"/>
          </a:xfrm>
          <a:prstGeom prst="rect">
            <a:avLst>
              <a:gd name="adj" fmla="val 4706"/>
            </a:avLst>
          </a:prstGeom>
          <a:solidFill>
            <a:srgbClr val="111122"/>
          </a:solidFill>
          <a:ln w="6350">
            <a:solidFill>
              <a:srgbClr val="2D2D44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5394960" y="32004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0B5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5394960" y="34747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Categorización: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crédito, garantía, etc.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6949440" y="3200400"/>
            <a:ext cx="1463040" cy="777240"/>
          </a:xfrm>
          <a:prstGeom prst="rect">
            <a:avLst>
              <a:gd name="adj" fmla="val 4706"/>
            </a:avLst>
          </a:prstGeom>
          <a:solidFill>
            <a:srgbClr val="111122"/>
          </a:solidFill>
          <a:ln w="6350">
            <a:solidFill>
              <a:srgbClr val="2D2D44"/>
            </a:solidFill>
            <a:prstDash val="solid"/>
          </a:ln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6949440" y="32004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0B5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Cross-Contract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6949440" y="34747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Búsqueda semántica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cross-portafolio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1371600" y="4297680"/>
            <a:ext cx="6400800" cy="411480"/>
          </a:xfrm>
          <a:prstGeom prst="rect">
            <a:avLst>
              <a:gd name="adj" fmla="val 8889"/>
            </a:avLst>
          </a:prstGeom>
          <a:solidFill>
            <a:srgbClr val="C7000B"/>
          </a:solidFill>
          <a:ln/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1371600" y="429768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revisar contratos en silos → chatbot que responde en segundos sobre todo tu portafolio. DeepSeek + Dify = asistente contractual 24/7.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457200" y="48463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Huawei Cloud × Salinas  |  Mayo 8, 2026  |  México Century Plaza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AYCO Arquitectura Huawei Cloud</dc:title>
  <dc:subject>PptxGenJS Presentation</dc:subject>
  <dc:creator>Eduardo Cansino — Huawei Cloud LATAM</dc:creator>
  <cp:lastModifiedBy>Eduardo Cansino — Huawei Cloud LATAM</cp:lastModifiedBy>
  <cp:revision>1</cp:revision>
  <dcterms:created xsi:type="dcterms:W3CDTF">2026-05-04T19:08:33Z</dcterms:created>
  <dcterms:modified xsi:type="dcterms:W3CDTF">2026-05-04T19:08:33Z</dcterms:modified>
</cp:coreProperties>
</file>