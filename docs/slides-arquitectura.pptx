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(Spark)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Firewall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Condicional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99.98%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· WAF · IAM · KMS  |  Cumplimiento CNBV · Banxico · Ley Fintech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abogado AI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2026-05-04T19:02:48Z</dcterms:created>
  <dcterms:modified xsi:type="dcterms:W3CDTF">2026-05-04T19:02:48Z</dcterms:modified>
</cp:coreProperties>
</file>