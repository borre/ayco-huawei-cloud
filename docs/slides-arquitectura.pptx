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AYCO — Contract Risk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3 Casos de Uso sobre Infraestructura Unificada  |  la-north-2 (México)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yco-main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77295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Workshop Huawei Cloud × Salinas  |  Mayo 8, 2026  |  México Century Plaza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555"/>
                </a:solidFill>
                <a:latin typeface="Calibri"/>
              </a:defRPr>
            </a:pPr>
            <a: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Pipeline: Contract → Risk →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D399"/>
                </a:solidFill>
                <a:latin typeface="Calibri"/>
              </a:defRPr>
            </a:pPr>
            <a:r>
              <a:t>De 2 semanas de análisis manual → 8 minutos automáticos con alertas CNBV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yco-pipelin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77295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Workshop Huawei Cloud × Salinas  |  Mayo 8, 2026  |  México Century Plaza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555"/>
                </a:solidFill>
                <a:latin typeface="Calibri"/>
              </a:defRPr>
            </a:pPr>
            <a: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Contract AI + Dify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78BFA"/>
                </a:solidFill>
                <a:latin typeface="Calibri"/>
              </a:defRPr>
            </a:pPr>
            <a:r>
              <a:t>De revisión manual de contratos → chatbot AI que responde en segundos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E400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1. UPLOAD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20 contracts</a:t>
            </a:r>
            <a:br/>
            <a:r>
              <a:t>Raw storage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2. OCR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Extract text</a:t>
            </a:r>
            <a:br/>
            <a:r>
              <a:t>~4,500 chars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3. PARSE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Regex extraction</a:t>
            </a:r>
            <a:br/>
            <a:r>
              <a:t>Structured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3192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4. AI ANALYSIS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Risk scoring 0-10</a:t>
            </a:r>
            <a:br/>
            <a:r>
              <a:t>JSON response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93192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5. CHATBOT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Semantic search</a:t>
            </a:r>
            <a:br/>
            <a:r>
              <a:t>Natural language Q&amp;A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93192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6. DASHBOARD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Risk visualization</a:t>
            </a:r>
            <a:br/>
            <a:r>
              <a:t>KPIs + charts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Workshop Huawei Cloud × Salinas  |  Mayo 8, 2026  |  México Century Plaza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555"/>
                </a:solidFill>
                <a:latin typeface="Calibri"/>
              </a:defRPr>
            </a:pPr>
            <a: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Governance &amp; CNBV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9800"/>
                </a:solidFill>
                <a:latin typeface="Calibri"/>
              </a:defRPr>
            </a:pPr>
            <a:r>
              <a:t>DataArts Studio: Catalog, Lineage, Security, ETL, DataService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DataArts Catalog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Metadata collection</a:t>
            </a:r>
            <a:br/>
            <a:r>
              <a:t>DWS → Catalog</a:t>
            </a:r>
            <a:br/>
            <a:r>
              <a:t>Lineage: OBS→FG→DLI→DWS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Subject areas</a:t>
            </a:r>
            <a:br/>
            <a:r>
              <a:t>Data model design</a:t>
            </a:r>
            <a:br/>
            <a:r>
              <a:t>Table definitions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E400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Security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Sensitive field classification</a:t>
            </a:r>
            <a:br/>
            <a:r>
              <a:t>Dynamic masking</a:t>
            </a:r>
            <a:br/>
            <a:r>
              <a:t>Data classification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3192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Factory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ETL pipeline orchestration</a:t>
            </a:r>
            <a:br/>
            <a:r>
              <a:t>Scheduling</a:t>
            </a:r>
            <a:br/>
            <a:r>
              <a:t>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93192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DataService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REST API endpoints</a:t>
            </a:r>
            <a:br/>
            <a:r>
              <a:t>GET /risk-results</a:t>
            </a:r>
            <a:br/>
            <a:r>
              <a:t>Dynamic masking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CNBV Alignment:</a:t>
            </a:r>
            <a:br/>
            <a:r>
              <a:t>▸ AML controls — Transaction monitoring  ▸ KYC — Vendor onboarding verification</a:t>
            </a:r>
            <a:br/>
            <a:r>
              <a:t>▸ SAR reporting — Automated suspicious activity flags  ▸ Audit trail — Full lineage tracking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Workshop Huawei Cloud × Salinas  |  Mayo 8, 2026  |  México Century Plaza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555"/>
                </a:solidFill>
                <a:latin typeface="Calibri"/>
              </a:defRPr>
            </a:pPr>
            <a: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Impact &amp; Security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Key metrics and security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4002B"/>
                </a:solidFill>
                <a:latin typeface="Calibri"/>
              </a:defRPr>
            </a:pPr>
            <a:r>
              <a:t>2,300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vendors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4D399"/>
                </a:solidFill>
                <a:latin typeface="Calibri"/>
              </a:defRPr>
            </a:pPr>
            <a: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vs 2 semanas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A78BFA"/>
                </a:solidFill>
                <a:latin typeface="Calibri"/>
              </a:defRPr>
            </a:pPr>
            <a:r>
              <a:t>4 niveles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Bajo → Crítico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59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2D3EE"/>
                </a:solidFill>
                <a:latin typeface="Calibri"/>
              </a:defRPr>
            </a:pPr>
            <a:r>
              <a:t>$133M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MXN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9800"/>
                </a:solidFill>
                <a:latin typeface="Calibri"/>
              </a:defRPr>
            </a:pPr>
            <a:r>
              <a:t>$0.0001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per contract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4D399"/>
                </a:solidFill>
                <a:latin typeface="Calibri"/>
              </a:defRPr>
            </a:pPr>
            <a:r>
              <a:t>Dry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926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Security Controls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46120"/>
            <a:ext cx="1371600" cy="27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VPC Isolation — 172.16.0.0/16 private subnets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Security Groups — Admin, HTTP, DWS 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IAM RBAC — Least privilege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KMS AES-256 — OBS + DWS at rest encryption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1Password → .env — Secrets never in git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CNBV alignment — AML, KYC, 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20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Huawei Cloud Resources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440680"/>
            <a:ext cx="1371600" cy="27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623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ECS ×2 — Dify (s6.xlarge.2) + Web (s6.large.2)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623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DWS — dwsx3.4U16G.4DPU ×3 nodes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943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DLI — Serverless Spark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943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FunctionGraph ×3 — OCR, Parse, LLM inference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2636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DataArts Studio — Professional tier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OBS ×3 + KMS + Langfuse Cloud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Workshop Huawei Cloud × Salinas  |  Mayo 8, 2026  |  México Century Plaza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555"/>
                </a:solidFill>
                <a:latin typeface="Calibri"/>
              </a:defRPr>
            </a:pPr>
            <a: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