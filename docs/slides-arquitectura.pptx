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AYCO — Arquitectura General Huawei Cloud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de Uso sobre Infraestructura Unificada  |  la-north-2 (México)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6459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6459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Calidad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8803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461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4805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58368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63524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01000" y="868680"/>
            <a:ext cx="91440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001000" y="8686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01000" y="11301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432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645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645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Anomaly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63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42900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Serverless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17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 / DeepSeek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001000" y="1554480"/>
            <a:ext cx="9144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001000" y="15544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18159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43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645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645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45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63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2900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42900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2900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217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217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17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635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8001000" y="2240280"/>
            <a:ext cx="9144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001000" y="22402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01000" y="25017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7432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645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645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Ejecutivos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Exposición · Contratos · CNBV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17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217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Financiero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17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sobre contratos en lenguaje natural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3566160"/>
            <a:ext cx="8229600" cy="411480"/>
          </a:xfrm>
          <a:prstGeom prst="rect">
            <a:avLst>
              <a:gd name="adj" fmla="val 6667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4864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D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01168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Isolation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85216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(Cifrado)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13232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CNBV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713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ERP · Buró de Crédito · SFTP · APIs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64592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1: Risk Scoring Financiero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64592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risk → alerts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9768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2: Plataforma de Datos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29768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→ DWS → reports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3: Contract AI + Dify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858000" y="43616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DeepSeek → chatbot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Risk Scoring Financiero + Plataforma de Datos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semanas de análisis manual → 8 minutos automáticos con alertas CNBV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6304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Buró de Crédito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· APIs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4884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Validación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1887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233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068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4068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→ DW → DM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vendors · 4 niveles · Alertas SAR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Report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sector · Por región · Por monto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ED6D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2648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CNBV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KYC · AML · SPEI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580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24028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9476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9476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Medio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· Crítico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20 alertas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0372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434840"/>
            <a:ext cx="8229600" cy="274320"/>
          </a:xfrm>
          <a:prstGeom prst="rect">
            <a:avLst>
              <a:gd name="adj" fmla="val 10000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 · IAM · KMS · OBS Encryption  |  Controles alineados a CNBV/Banxico (AML/KYC)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Contract AI + Dify Chatbot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revisión manual de contratos → chatbot AI que responde en segundos sobre todo tu portafolio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900" dirty="0"/>
          </a:p>
          <a:p>
            <a:pPr algn="ctr" indent="0" marL="0">
              <a:buNone/>
            </a:pPr>
            <a:r>
              <a:t>20 Contratos → OBS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916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 OCR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914400" cy="594360"/>
          </a:xfrm>
          <a:prstGeom prst="rect">
            <a:avLst>
              <a:gd name="adj" fmla="val 7692"/>
            </a:avLst>
          </a:prstGeom>
          <a:solidFill>
            <a:srgbClr val="2D2D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0" y="11887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6052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8912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760720" y="1188720"/>
            <a:ext cx="137160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+ 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780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188720"/>
            <a:ext cx="1097280" cy="594360"/>
          </a:xfrm>
          <a:prstGeom prst="rect">
            <a:avLst>
              <a:gd name="adj" fmla="val 7692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589520" y="1188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 + 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B5C5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0" y="2286000"/>
            <a:ext cx="146304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743200" y="2286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KB Vectorial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1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286000"/>
            <a:ext cx="164592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0" y="22860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+ RAG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2286000"/>
            <a:ext cx="2011680" cy="594360"/>
          </a:xfrm>
          <a:prstGeom prst="rect">
            <a:avLst>
              <a:gd name="adj" fmla="val 7692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6751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Q&amp;A Chatbot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"¿Qué contratos tienen penalización?"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"¿Exposición total en CDMX?"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315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párrafos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2860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8600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Partes, montos,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vigencia, jurisdicción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84048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84048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Clauses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cláusulas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riesgosas + severidad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9496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39496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9496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garantía, etc.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94944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9494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Cross-Contract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cross-portafolio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371600" y="4297680"/>
            <a:ext cx="6400800" cy="411480"/>
          </a:xfrm>
          <a:prstGeom prst="rect">
            <a:avLst>
              <a:gd name="adj" fmla="val 8889"/>
            </a:avLst>
          </a:prstGeom>
          <a:solidFill>
            <a:srgbClr val="C7000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contratos en silos → chatbot que responde en segundos sobre todo tu portafolio. DeepSeek + Dify = asistente contractual 24/7.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AYCO Arquitectura Huawei Cloud</dc:title>
  <dc:subject>PptxGenJS Presentation</dc:subject>
  <dc:creator>Eduardo Cansino — Huawei Cloud LATAM</dc:creator>
  <cp:lastModifiedBy>Eduardo Cansino — Huawei Cloud LATAM</cp:lastModifiedBy>
  <cp:revision>1</cp:revision>
  <dcterms:created xsi:type="dcterms:W3CDTF">2026-05-04T19:08:33Z</dcterms:created>
  <dcterms:modified xsi:type="dcterms:W3CDTF">2026-05-04T19:08:33Z</dcterms:modified>
</cp:coreProperties>
</file>