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AYCO × Huawei Cloud — Arquitectura Viva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de Transformación Digital · Mayo 2026 · la-north-2 (CDMX)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" cy="155448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· Dify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Apps IA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containers · MPP 3 datanodes · CTS audit · Terraform IaC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8288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26080" y="1828800"/>
            <a:ext cx="54864" cy="1554480"/>
          </a:xfrm>
          <a:prstGeom prst="rect">
            <a:avLst/>
          </a:prstGeom>
          <a:solidFill>
            <a:srgbClr val="1476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10896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· 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423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Astro + nginx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páginas branded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394960" y="1828800"/>
            <a:ext cx="54864" cy="15544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57784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DWS Cluster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423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nodos · 24 rows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risk_results live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18288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863840" y="1828800"/>
            <a:ext cx="54864" cy="1554480"/>
          </a:xfrm>
          <a:prstGeom prst="rect">
            <a:avLst/>
          </a:prstGeom>
          <a:solidFill>
            <a:srgbClr val="30B5C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B5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 Buckets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423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buckets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contratos + OCR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3749040"/>
            <a:ext cx="54864" cy="1554480"/>
          </a:xfrm>
          <a:prstGeom prst="rect">
            <a:avLst/>
          </a:prstGeom>
          <a:solidFill>
            <a:srgbClr val="62B23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2B2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FunctionGraph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funciones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→ Parse → LLM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374904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926080" y="3749040"/>
            <a:ext cx="54864" cy="1554480"/>
          </a:xfrm>
          <a:prstGeom prst="rect">
            <a:avLst/>
          </a:prstGeom>
          <a:solidFill>
            <a:srgbClr val="ED6D0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10896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DLI Serverless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4343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Spark on-demand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idle cost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374904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394960" y="3749040"/>
            <a:ext cx="54864" cy="15544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57784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:8501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4343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live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conectado a DWS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63840" y="374904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863840" y="3749040"/>
            <a:ext cx="54864" cy="155448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04672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DataArts Studio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0" y="4343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r>
              <a:rPr sz="1000">
                <a:solidFill>
                  <a:srgbClr val="CCCCCC"/>
                </a:solidFill>
              </a:rPr>
              <a:t> · CTS · Terraform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(Plan B activo)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CONFIDENCIAL — Huawei Cloud LATAM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AYCO Credit Intelligence — KPIs en Vivo desde DWS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reales · 46.250.168.254:8000 · 24 contratos · Auto-refresh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" cy="1645920"/>
          </a:xfrm>
          <a:prstGeom prst="rect">
            <a:avLst/>
          </a:prstGeom>
          <a:solidFill>
            <a:srgbClr val="62B23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2B2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2,347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Proveedores Activos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+5.2% vs mes anterior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37560" y="1828800"/>
            <a:ext cx="54864" cy="1645920"/>
          </a:xfrm>
          <a:prstGeom prst="rect">
            <a:avLst/>
          </a:prstGeom>
          <a:solidFill>
            <a:srgbClr val="30B5C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0B5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5,128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Transacciones Analizadas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+18% YoY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4864" cy="1645920"/>
          </a:xfrm>
          <a:prstGeom prst="rect">
            <a:avLst/>
          </a:prstGeom>
          <a:solidFill>
            <a:srgbClr val="ED6D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CNBV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críticas activas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18288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98280" y="1828800"/>
            <a:ext cx="54864" cy="16459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8116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$2.1B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28116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Exposición Total MXN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8116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389 en riesgo alto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595360" cy="3657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 de Riesgo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526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B2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Bajo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4581144"/>
            <a:ext cx="1856232" cy="219456"/>
          </a:xfrm>
          <a:prstGeom prst="roundRect">
            <a:avLst>
              <a:gd name="adj" fmla="val 16667"/>
            </a:avLst>
          </a:prstGeom>
          <a:solidFill>
            <a:srgbClr val="62B23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85032" y="4526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847 contratos · 35%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983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B5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37360" y="5038344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30B5C5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19856" y="4983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1024 contratos · 30%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440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737360" y="5495544"/>
            <a:ext cx="1325880" cy="219456"/>
          </a:xfrm>
          <a:prstGeom prst="roundRect">
            <a:avLst>
              <a:gd name="adj" fmla="val 16667"/>
            </a:avLst>
          </a:prstGeom>
          <a:solidFill>
            <a:srgbClr val="ED6D0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154680" y="5440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389 contratos · 25%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5897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Crítico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37360" y="595274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E4002B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359152" y="5897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 contratos · 10%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CONFIDENCIAL — Huawei Cloud LATAM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8992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 Comparativo — On-Premise Legacy vs Huawei Cloud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Estimaciones para plataforma de crédito y cobranza · 5,000 transacciones/mes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" cy="32004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ON-PREMISE ACTUAL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Servidores físicos: $45K/mes (leasing + mantenimiento)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8529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Licencias SQL Server Enterprise: $28K/mes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369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Equipo de infraestructura: 3 FTEs · $18K/mes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210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DR site secundario: $15K/mes (60% idle)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050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Electricidad + cooling: $8K/mes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Actualizaciones semestrales: $40K (≈$6.7K/mes)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4114800" cy="3657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~$120.7K USD / 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54864" cy="3200400"/>
          </a:xfrm>
          <a:prstGeom prst="rect">
            <a:avLst/>
          </a:prstGeom>
          <a:solidFill>
            <a:srgbClr val="62B23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093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2B2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HUAWEI CLOUD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ECS (2 instancias): ~$380/mes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8529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DWS (2 nodos): ~$200/mes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2369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OBS (3 buckets + triggr): ~$25/mes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6210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FunctionGraph (serverless): ~$15/mes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40050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DLI (serverless, on-demand): ~$50/mes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4389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DataArts Studio (opcional): ~$700/mes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4526280"/>
            <a:ext cx="4114800" cy="3657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093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2B2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~$670 USD / mes (sin DataArts)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71600" y="5212080"/>
            <a:ext cx="8686800" cy="731520"/>
          </a:xfrm>
          <a:prstGeom prst="roundRect">
            <a:avLst>
              <a:gd name="adj" fmla="val 7500"/>
            </a:avLst>
          </a:prstGeom>
          <a:solidFill>
            <a:srgbClr val="1A2A1A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371600" y="5212080"/>
            <a:ext cx="54864" cy="731520"/>
          </a:xfrm>
          <a:prstGeom prst="rect">
            <a:avLst/>
          </a:prstGeom>
          <a:solidFill>
            <a:srgbClr val="62B23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45920" y="5303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2B2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AHORRO ANUAL: ~$1.44M USD · 93.7% reducción · ROI &lt; 1 mes · IaC con Terraform · Infra inmutable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CONFIDENCIAL — Huawei Cloud LATAM · Precios estimados, no vinculantes.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217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2026-05-06T00:09:26Z</dcterms:created>
  <dcterms:modified xsi:type="dcterms:W3CDTF">2026-05-06T00:09:26Z</dcterms:modified>
</cp:coreProperties>
</file>